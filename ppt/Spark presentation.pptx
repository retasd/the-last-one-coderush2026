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8" r:id="rId2"/>
    <p:sldId id="279" r:id="rId3"/>
    <p:sldId id="280" r:id="rId4"/>
    <p:sldId id="259" r:id="rId5"/>
    <p:sldId id="260" r:id="rId6"/>
    <p:sldId id="261" r:id="rId7"/>
    <p:sldId id="262" r:id="rId8"/>
    <p:sldId id="267" r:id="rId9"/>
    <p:sldId id="263" r:id="rId10"/>
    <p:sldId id="268" r:id="rId11"/>
    <p:sldId id="265" r:id="rId12"/>
    <p:sldId id="266" r:id="rId13"/>
    <p:sldId id="269" r:id="rId14"/>
    <p:sldId id="270" r:id="rId15"/>
    <p:sldId id="271" r:id="rId16"/>
    <p:sldId id="273" r:id="rId17"/>
    <p:sldId id="272" r:id="rId18"/>
    <p:sldId id="274" r:id="rId19"/>
    <p:sldId id="282" r:id="rId20"/>
    <p:sldId id="283" r:id="rId21"/>
    <p:sldId id="275" r:id="rId22"/>
    <p:sldId id="276" r:id="rId23"/>
    <p:sldId id="277" r:id="rId24"/>
    <p:sldId id="278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3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BD7AD-FA7D-7847-9425-A78978448CFC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64004-D36A-3541-A494-FFAD9A5C9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47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4004-D36A-3541-A494-FFAD9A5C93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59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4004-D36A-3541-A494-FFAD9A5C93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7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FCA6-7483-6D4D-949A-06F895B88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73379-7C38-C84D-90AE-B569E90BA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9B43E-7DB2-A146-A520-F6BE7851C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FE5C-3B6C-5F4C-93C2-06C175A90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ED17-432C-E14D-875B-14E90A51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65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DA23-ABA9-1E41-9813-EBEFAC827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29094-E250-8244-AD9E-84D231DC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150A5-4B33-114D-AC35-9B2C513F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B466A-67BA-DC48-8957-0EE24CF7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5241-9FA6-254B-9633-BF9D4234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5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95C6-C942-0E42-A5B4-1917C3010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44C68-AFA8-0942-B8BB-5CC123C1B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CD97C-5D78-8E49-8AE3-BABF259C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D0473-7E1C-4C49-9F91-FD282C34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9B79C-C6F8-4F49-BBC2-5FDF1BFB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0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867C-690B-984C-AF33-CC919A792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B58BA-C17D-4747-B2F3-B04EA806D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4B00A-27AA-654B-9130-EE4868527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B4C38-6A04-F74D-9C28-66045272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F2578-F853-0541-B6F6-60B71402F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D7938-1E88-6344-8C3A-E524D3D8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2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BAF8-77DF-4745-B3AF-80A90AA09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230F5-33B3-6A40-9910-6BAA9E44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5A3BF-40FF-1F45-8F0F-E66D5132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73BF3-CEFB-AA45-9A11-B3D47EEA6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66E8A-66A7-8D45-AA62-073639537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84855-69E2-2441-B3BD-ED94A02A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2B4B7E-E600-054A-9C8D-8C445F23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A3BF86-3EB3-5442-812A-18A1C0A8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4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79F4-511E-2847-8A9E-8EB01D4D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BE8A1-B301-D54B-97EE-C1879950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B6BF1-56D2-8540-B972-27253C28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B40BA-E92E-2141-BEB5-26C53ECF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4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22870-FAF9-1D44-A195-1F58DCF63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63C6A-7809-1245-9882-549CBD17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15F06-1D58-8248-B431-1DCFC751E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4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CA1D-2AE1-9A48-BC55-F130C490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B6942-05DF-4F43-9FC1-0ED2DD225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3097E-0A08-914A-9708-40214E90F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9FAEE-E4CE-F14B-A875-53D70916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0B9D0-7EF0-8446-943B-0925CC97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54B79-8BD5-164C-864B-4E364A824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98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6A4A-7861-404F-944E-42012B7A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DAA09-7C33-644D-A8A2-C73A36A0C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F39EE-32BE-944D-BC3F-5409CBB26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2DE70-442C-CC41-8E60-7E9ED3082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D223D-AC51-224D-AED9-F43790F5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569D1-B12B-9144-8B4C-805FD642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61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1539D-9E47-3E4E-A296-99F21817C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772D2-2308-B74F-8B52-DB3FA81B6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507A9-2C3A-D649-8622-E5A97120C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1047-3049-0A4B-8EBE-A7353CAA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2DB81-51AE-E044-B414-7CB4C860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3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E7E0E-EC00-8448-A7C9-EEA76E473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C5B22-9129-FA49-8CE0-93512348F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9B178-CB83-964E-AFE1-F06DBA03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707E7-9CB8-BF44-91EF-95436BF0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334E2-95B8-9A47-97A4-FF1521308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3A148-41DE-B842-8344-13949A3D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E810D-81FB-CA43-98DA-4B0ED4CF7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57333-98D4-9644-A118-79CA242F1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9876A-22E1-A34C-81B1-3FA31E935E35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AEC66-C5F4-B340-981D-D99F96AEE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C6336-A634-F142-8BE7-F54544278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2BCE2-5D4D-3A40-9AA6-9FD4D8B53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42EAA9-F46E-8240-A1D5-5347771521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Dubai" panose="020B0503030403030204" pitchFamily="34" charset="-78"/>
                <a:cs typeface="Dubai" panose="020B0503030403030204" pitchFamily="34" charset="-78"/>
              </a:rPr>
              <a:t>The Last One</a:t>
            </a:r>
          </a:p>
        </p:txBody>
      </p:sp>
    </p:spTree>
    <p:extLst>
      <p:ext uri="{BB962C8B-B14F-4D97-AF65-F5344CB8AC3E}">
        <p14:creationId xmlns:p14="http://schemas.microsoft.com/office/powerpoint/2010/main" val="297760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693F7-907A-E841-A247-4486E78F3FD1}"/>
              </a:ext>
            </a:extLst>
          </p:cNvPr>
          <p:cNvSpPr txBox="1"/>
          <p:nvPr/>
        </p:nvSpPr>
        <p:spPr>
          <a:xfrm>
            <a:off x="2756264" y="1436915"/>
            <a:ext cx="6557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 am Raag and I’m a member of The Last One.</a:t>
            </a:r>
          </a:p>
        </p:txBody>
      </p:sp>
    </p:spTree>
    <p:extLst>
      <p:ext uri="{BB962C8B-B14F-4D97-AF65-F5344CB8AC3E}">
        <p14:creationId xmlns:p14="http://schemas.microsoft.com/office/powerpoint/2010/main" val="387532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693F7-907A-E841-A247-4486E78F3FD1}"/>
              </a:ext>
            </a:extLst>
          </p:cNvPr>
          <p:cNvSpPr txBox="1"/>
          <p:nvPr/>
        </p:nvSpPr>
        <p:spPr>
          <a:xfrm>
            <a:off x="2756264" y="1436915"/>
            <a:ext cx="6557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This is me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46A463-1FE8-B842-9613-AD489CBD6C82}"/>
              </a:ext>
            </a:extLst>
          </p:cNvPr>
          <p:cNvCxnSpPr/>
          <p:nvPr/>
        </p:nvCxnSpPr>
        <p:spPr>
          <a:xfrm>
            <a:off x="1384665" y="1599920"/>
            <a:ext cx="1933303" cy="1149532"/>
          </a:xfrm>
          <a:prstGeom prst="straightConnector1">
            <a:avLst/>
          </a:prstGeom>
          <a:ln w="381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07DDEA0-7271-8A49-9046-6969238DCEE3}"/>
              </a:ext>
            </a:extLst>
          </p:cNvPr>
          <p:cNvCxnSpPr>
            <a:cxnSpLocks/>
          </p:cNvCxnSpPr>
          <p:nvPr/>
        </p:nvCxnSpPr>
        <p:spPr>
          <a:xfrm flipH="1">
            <a:off x="8908869" y="1497120"/>
            <a:ext cx="1776548" cy="1518697"/>
          </a:xfrm>
          <a:prstGeom prst="straightConnector1">
            <a:avLst/>
          </a:prstGeom>
          <a:ln w="254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8851A3-76EA-824F-A3E3-1FB4FA56649F}"/>
              </a:ext>
            </a:extLst>
          </p:cNvPr>
          <p:cNvSpPr txBox="1"/>
          <p:nvPr/>
        </p:nvSpPr>
        <p:spPr>
          <a:xfrm>
            <a:off x="5120640" y="5538652"/>
            <a:ext cx="3135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Stand Here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2E4D06-EA1A-D94A-A2CF-18A96ACFFCFE}"/>
              </a:ext>
            </a:extLst>
          </p:cNvPr>
          <p:cNvCxnSpPr>
            <a:cxnSpLocks/>
          </p:cNvCxnSpPr>
          <p:nvPr/>
        </p:nvCxnSpPr>
        <p:spPr>
          <a:xfrm flipH="1" flipV="1">
            <a:off x="8908870" y="4565190"/>
            <a:ext cx="2834639" cy="712204"/>
          </a:xfrm>
          <a:prstGeom prst="straightConnector1">
            <a:avLst/>
          </a:prstGeom>
          <a:ln w="381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6FDF42-0727-294C-98F9-AADC507D8731}"/>
              </a:ext>
            </a:extLst>
          </p:cNvPr>
          <p:cNvCxnSpPr>
            <a:cxnSpLocks/>
          </p:cNvCxnSpPr>
          <p:nvPr/>
        </p:nvCxnSpPr>
        <p:spPr>
          <a:xfrm flipV="1">
            <a:off x="496389" y="4914835"/>
            <a:ext cx="2351316" cy="916204"/>
          </a:xfrm>
          <a:prstGeom prst="straightConnector1">
            <a:avLst/>
          </a:prstGeom>
          <a:ln w="381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11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42EAA9-F46E-8240-A1D5-5347771521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Dubai" panose="020B0503030403030204" pitchFamily="34" charset="-78"/>
                <a:cs typeface="Dubai" panose="020B0503030403030204" pitchFamily="34" charset="-78"/>
              </a:rPr>
              <a:t>Technically</a:t>
            </a:r>
            <a:br>
              <a:rPr lang="en-US" sz="4000" dirty="0"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4000" dirty="0" err="1">
                <a:latin typeface="Dubai" panose="020B0503030403030204" pitchFamily="34" charset="-78"/>
                <a:cs typeface="Dubai" panose="020B0503030403030204" pitchFamily="34" charset="-78"/>
              </a:rPr>
              <a:t>S.P.a.A.R.K</a:t>
            </a:r>
            <a:r>
              <a:rPr lang="en-US" sz="4000" dirty="0">
                <a:latin typeface="Dubai" panose="020B0503030403030204" pitchFamily="34" charset="-78"/>
                <a:cs typeface="Dubai" panose="020B0503030403030204" pitchFamily="34" charset="-78"/>
              </a:rPr>
              <a:t>(But that doesn’t sound good)</a:t>
            </a:r>
          </a:p>
        </p:txBody>
      </p:sp>
    </p:spTree>
    <p:extLst>
      <p:ext uri="{BB962C8B-B14F-4D97-AF65-F5344CB8AC3E}">
        <p14:creationId xmlns:p14="http://schemas.microsoft.com/office/powerpoint/2010/main" val="188094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42EAA9-F46E-8240-A1D5-5347771521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Dubai" panose="020B0503030403030204" pitchFamily="34" charset="-78"/>
                <a:cs typeface="Dubai" panose="020B0503030403030204" pitchFamily="34" charset="-78"/>
              </a:rPr>
              <a:t>Signal Presence and Area Reconnaissance Kit</a:t>
            </a:r>
          </a:p>
        </p:txBody>
      </p:sp>
    </p:spTree>
    <p:extLst>
      <p:ext uri="{BB962C8B-B14F-4D97-AF65-F5344CB8AC3E}">
        <p14:creationId xmlns:p14="http://schemas.microsoft.com/office/powerpoint/2010/main" val="381932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42EAA9-F46E-8240-A1D5-5347771521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Dubai" panose="020B0503030403030204" pitchFamily="34" charset="-78"/>
                <a:cs typeface="Dubai" panose="020B0503030403030204" pitchFamily="34" charset="-78"/>
              </a:rPr>
              <a:t>I designed Spark to be a tool people can use to know of any digital presence </a:t>
            </a:r>
            <a:br>
              <a:rPr lang="en-US" sz="2800" dirty="0"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2800" dirty="0">
                <a:latin typeface="Dubai" panose="020B0503030403030204" pitchFamily="34" charset="-78"/>
                <a:cs typeface="Dubai" panose="020B0503030403030204" pitchFamily="34" charset="-78"/>
              </a:rPr>
              <a:t>around them.</a:t>
            </a:r>
          </a:p>
        </p:txBody>
      </p:sp>
    </p:spTree>
    <p:extLst>
      <p:ext uri="{BB962C8B-B14F-4D97-AF65-F5344CB8AC3E}">
        <p14:creationId xmlns:p14="http://schemas.microsoft.com/office/powerpoint/2010/main" val="242225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B07C5E-C964-FA48-8E88-3F9BE24F19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10" t="12192" r="22577" b="10143"/>
          <a:stretch/>
        </p:blipFill>
        <p:spPr>
          <a:xfrm>
            <a:off x="318654" y="-484909"/>
            <a:ext cx="5250873" cy="792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F43D23-572D-AE42-82E1-5070BABFAD38}"/>
              </a:ext>
            </a:extLst>
          </p:cNvPr>
          <p:cNvSpPr txBox="1"/>
          <p:nvPr/>
        </p:nvSpPr>
        <p:spPr>
          <a:xfrm>
            <a:off x="6157732" y="2877326"/>
            <a:ext cx="5335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S.P.A.R.K</a:t>
            </a:r>
          </a:p>
          <a:p>
            <a:endParaRPr lang="en-US" dirty="0"/>
          </a:p>
          <a:p>
            <a:r>
              <a:rPr lang="en-US" dirty="0"/>
              <a:t>The accessible and easy to build project that allows anyone to locate signal presence around them.</a:t>
            </a:r>
          </a:p>
        </p:txBody>
      </p:sp>
    </p:spTree>
    <p:extLst>
      <p:ext uri="{BB962C8B-B14F-4D97-AF65-F5344CB8AC3E}">
        <p14:creationId xmlns:p14="http://schemas.microsoft.com/office/powerpoint/2010/main" val="1772364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F43D23-572D-AE42-82E1-5070BABFAD38}"/>
              </a:ext>
            </a:extLst>
          </p:cNvPr>
          <p:cNvSpPr txBox="1"/>
          <p:nvPr/>
        </p:nvSpPr>
        <p:spPr>
          <a:xfrm>
            <a:off x="7021332" y="1759726"/>
            <a:ext cx="46796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And he works on a simple and single assumption:</a:t>
            </a:r>
            <a:br>
              <a:rPr lang="en-US" sz="3200" dirty="0"/>
            </a:br>
            <a:r>
              <a:rPr lang="en-US" sz="3200" b="1" dirty="0"/>
              <a:t>People carry a signal emitting devices.</a:t>
            </a:r>
            <a:br>
              <a:rPr lang="en-US" sz="3200" b="1" dirty="0"/>
            </a:b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A9D8A4-63C0-6B4F-90C2-CCF6BE8A67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13" r="7129"/>
          <a:stretch/>
        </p:blipFill>
        <p:spPr>
          <a:xfrm>
            <a:off x="-1122138" y="0"/>
            <a:ext cx="7997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76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F43D23-572D-AE42-82E1-5070BABFAD38}"/>
              </a:ext>
            </a:extLst>
          </p:cNvPr>
          <p:cNvSpPr txBox="1"/>
          <p:nvPr/>
        </p:nvSpPr>
        <p:spPr>
          <a:xfrm>
            <a:off x="372990" y="2716681"/>
            <a:ext cx="9558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S.P.A.R.K is configurable, down gradable and upgradable based on requirement of the user preference and situations that might arise.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And I envision him to be fully community owned and adored.</a:t>
            </a:r>
          </a:p>
        </p:txBody>
      </p:sp>
    </p:spTree>
    <p:extLst>
      <p:ext uri="{BB962C8B-B14F-4D97-AF65-F5344CB8AC3E}">
        <p14:creationId xmlns:p14="http://schemas.microsoft.com/office/powerpoint/2010/main" val="49388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F43D23-572D-AE42-82E1-5070BABFAD38}"/>
              </a:ext>
            </a:extLst>
          </p:cNvPr>
          <p:cNvSpPr txBox="1"/>
          <p:nvPr/>
        </p:nvSpPr>
        <p:spPr>
          <a:xfrm>
            <a:off x="322190" y="354481"/>
            <a:ext cx="955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are some examples. (I haven’t made more than one so creative liberties were taken)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47AD4-747C-4349-B60C-80E49C610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52" y="1007532"/>
            <a:ext cx="844281" cy="57590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33FE22-D522-0247-A5FF-4BBEE3F77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961" y="5877290"/>
            <a:ext cx="1400647" cy="778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96895-1650-FE45-8216-9471F504E1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43235" y="871815"/>
            <a:ext cx="1479281" cy="27256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041C38-5ADD-C643-8A4F-635BD3E1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237" y="5909733"/>
            <a:ext cx="5562550" cy="5073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847252-9A3A-F04C-A59E-B568A15CA7A7}"/>
              </a:ext>
            </a:extLst>
          </p:cNvPr>
          <p:cNvSpPr txBox="1"/>
          <p:nvPr/>
        </p:nvSpPr>
        <p:spPr>
          <a:xfrm>
            <a:off x="2355941" y="1663544"/>
            <a:ext cx="337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Exhibit 1 : Spark with longer and better antenna for better reach.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DBE385-1D68-4B47-B53E-EC7AD96524BB}"/>
              </a:ext>
            </a:extLst>
          </p:cNvPr>
          <p:cNvSpPr txBox="1"/>
          <p:nvPr/>
        </p:nvSpPr>
        <p:spPr>
          <a:xfrm>
            <a:off x="2442651" y="4542269"/>
            <a:ext cx="3288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Exhibit 2 : Small Spark with a small carriable and low energy consumption model for better battery life but low coverage.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109F76-4804-BE43-936F-585E40646986}"/>
              </a:ext>
            </a:extLst>
          </p:cNvPr>
          <p:cNvSpPr txBox="1"/>
          <p:nvPr/>
        </p:nvSpPr>
        <p:spPr>
          <a:xfrm>
            <a:off x="6415561" y="4579669"/>
            <a:ext cx="3288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Exhibit 3 : Wide Spark with a BIG power solutions.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C340C2-9A77-8347-B245-538873AD76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91187" y="871815"/>
            <a:ext cx="1479281" cy="27256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670BCB-A1D8-6F42-A58B-0EF1C5966A2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470468" y="871815"/>
            <a:ext cx="1479281" cy="27256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7EC06D-72E1-334E-B01C-2999EDBB46D7}"/>
              </a:ext>
            </a:extLst>
          </p:cNvPr>
          <p:cNvSpPr txBox="1"/>
          <p:nvPr/>
        </p:nvSpPr>
        <p:spPr>
          <a:xfrm>
            <a:off x="6518037" y="3681530"/>
            <a:ext cx="5321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Exhibit 4 : Colorful Sparks.</a:t>
            </a:r>
          </a:p>
        </p:txBody>
      </p:sp>
    </p:spTree>
    <p:extLst>
      <p:ext uri="{BB962C8B-B14F-4D97-AF65-F5344CB8AC3E}">
        <p14:creationId xmlns:p14="http://schemas.microsoft.com/office/powerpoint/2010/main" val="36979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F43D23-572D-AE42-82E1-5070BABFAD38}"/>
              </a:ext>
            </a:extLst>
          </p:cNvPr>
          <p:cNvSpPr txBox="1"/>
          <p:nvPr/>
        </p:nvSpPr>
        <p:spPr>
          <a:xfrm>
            <a:off x="756172" y="2220212"/>
            <a:ext cx="49187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Now let’s look inside my Spark to see how he functions.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BE7C97-F0EE-DA45-B69C-8CB49BCE2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478" y="-1234911"/>
            <a:ext cx="6818177" cy="896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58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7BD5DF-BB2C-BE4B-AAE1-5764A9CE7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27" y="2066827"/>
            <a:ext cx="4528008" cy="33960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50DEE2-22D7-D64E-ACE5-78E845BAE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439" y="1747101"/>
            <a:ext cx="4035458" cy="40354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CD8FC3-2742-CC4F-A0E7-6E716A9DB7EC}"/>
              </a:ext>
            </a:extLst>
          </p:cNvPr>
          <p:cNvSpPr txBox="1"/>
          <p:nvPr/>
        </p:nvSpPr>
        <p:spPr>
          <a:xfrm>
            <a:off x="1037949" y="5766848"/>
            <a:ext cx="341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Image: From engineersgarage.com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CB1EB-34B5-8A49-921A-18A2901E68ED}"/>
              </a:ext>
            </a:extLst>
          </p:cNvPr>
          <p:cNvSpPr txBox="1"/>
          <p:nvPr/>
        </p:nvSpPr>
        <p:spPr>
          <a:xfrm>
            <a:off x="7792059" y="5813014"/>
            <a:ext cx="2816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Image : From </a:t>
            </a:r>
            <a:r>
              <a:rPr lang="en-US" b="1" dirty="0"/>
              <a:t> </a:t>
            </a:r>
            <a:r>
              <a:rPr lang="en-US" dirty="0"/>
              <a:t>rees52.com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5B420-7C41-E74C-889A-F8E8C35DBE14}"/>
              </a:ext>
            </a:extLst>
          </p:cNvPr>
          <p:cNvSpPr txBox="1"/>
          <p:nvPr/>
        </p:nvSpPr>
        <p:spPr>
          <a:xfrm>
            <a:off x="1863424" y="661448"/>
            <a:ext cx="2039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ESP 8266 dev 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2CAF4-0572-594C-ADE3-776C1A0B8442}"/>
              </a:ext>
            </a:extLst>
          </p:cNvPr>
          <p:cNvSpPr txBox="1"/>
          <p:nvPr/>
        </p:nvSpPr>
        <p:spPr>
          <a:xfrm>
            <a:off x="8615616" y="661448"/>
            <a:ext cx="308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ESP 32 dev board (Main board)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A194E-3B1A-7344-9C33-D45BC93EC644}"/>
              </a:ext>
            </a:extLst>
          </p:cNvPr>
          <p:cNvSpPr txBox="1"/>
          <p:nvPr/>
        </p:nvSpPr>
        <p:spPr>
          <a:xfrm>
            <a:off x="619027" y="1607379"/>
            <a:ext cx="566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retrieve </a:t>
            </a:r>
            <a:r>
              <a:rPr lang="en-US" dirty="0" err="1"/>
              <a:t>Wifi</a:t>
            </a:r>
            <a:r>
              <a:rPr lang="en-US" dirty="0"/>
              <a:t> Packets only and send it to the main 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528F9-08D1-DA43-A135-0E04E29DE7A5}"/>
              </a:ext>
            </a:extLst>
          </p:cNvPr>
          <p:cNvSpPr txBox="1"/>
          <p:nvPr/>
        </p:nvSpPr>
        <p:spPr>
          <a:xfrm>
            <a:off x="7649369" y="1607379"/>
            <a:ext cx="3625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To retrieve Bluetooth packets and host spark’s web app</a:t>
            </a:r>
          </a:p>
        </p:txBody>
      </p:sp>
    </p:spTree>
    <p:extLst>
      <p:ext uri="{BB962C8B-B14F-4D97-AF65-F5344CB8AC3E}">
        <p14:creationId xmlns:p14="http://schemas.microsoft.com/office/powerpoint/2010/main" val="570245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CD8FC3-2742-CC4F-A0E7-6E716A9DB7EC}"/>
              </a:ext>
            </a:extLst>
          </p:cNvPr>
          <p:cNvSpPr txBox="1"/>
          <p:nvPr/>
        </p:nvSpPr>
        <p:spPr>
          <a:xfrm>
            <a:off x="1037949" y="5766848"/>
            <a:ext cx="245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Image: From </a:t>
            </a:r>
            <a:r>
              <a:rPr lang="en-US" dirty="0" err="1"/>
              <a:t>bec-lb.com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CB1EB-34B5-8A49-921A-18A2901E68ED}"/>
              </a:ext>
            </a:extLst>
          </p:cNvPr>
          <p:cNvSpPr txBox="1"/>
          <p:nvPr/>
        </p:nvSpPr>
        <p:spPr>
          <a:xfrm>
            <a:off x="7792059" y="5813014"/>
            <a:ext cx="281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Image : From </a:t>
            </a:r>
            <a:r>
              <a:rPr lang="en-US" b="1" dirty="0"/>
              <a:t> </a:t>
            </a:r>
            <a:r>
              <a:rPr lang="en-US" dirty="0" err="1"/>
              <a:t>lk-tronics.com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5B420-7C41-E74C-889A-F8E8C35DBE14}"/>
              </a:ext>
            </a:extLst>
          </p:cNvPr>
          <p:cNvSpPr txBox="1"/>
          <p:nvPr/>
        </p:nvSpPr>
        <p:spPr>
          <a:xfrm>
            <a:off x="1258083" y="661448"/>
            <a:ext cx="2200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NEO 6m GPS module.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2CAF4-0572-594C-ADE3-776C1A0B8442}"/>
              </a:ext>
            </a:extLst>
          </p:cNvPr>
          <p:cNvSpPr txBox="1"/>
          <p:nvPr/>
        </p:nvSpPr>
        <p:spPr>
          <a:xfrm>
            <a:off x="8163365" y="784640"/>
            <a:ext cx="3072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OLED screen </a:t>
            </a:r>
          </a:p>
          <a:p>
            <a:pPr algn="ctr"/>
            <a:r>
              <a:rPr lang="en-US" dirty="0"/>
              <a:t>To show us what Spark is doing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894C9-EB1C-4B4D-8260-FD436A282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62" y="1706476"/>
            <a:ext cx="3472543" cy="34725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20E39D-9111-E741-8C3B-A15E3392AEEB}"/>
              </a:ext>
            </a:extLst>
          </p:cNvPr>
          <p:cNvSpPr txBox="1"/>
          <p:nvPr/>
        </p:nvSpPr>
        <p:spPr>
          <a:xfrm>
            <a:off x="1258083" y="1183962"/>
            <a:ext cx="912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GPS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0F485-9C96-5146-9B6A-77F96A387F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53" t="29333" r="22525"/>
          <a:stretch/>
        </p:blipFill>
        <p:spPr>
          <a:xfrm>
            <a:off x="7808653" y="1368628"/>
            <a:ext cx="3419099" cy="329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8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CD8FC3-2742-CC4F-A0E7-6E716A9DB7EC}"/>
              </a:ext>
            </a:extLst>
          </p:cNvPr>
          <p:cNvSpPr txBox="1"/>
          <p:nvPr/>
        </p:nvSpPr>
        <p:spPr>
          <a:xfrm>
            <a:off x="1037949" y="5766848"/>
            <a:ext cx="258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Image: From </a:t>
            </a:r>
            <a:r>
              <a:rPr lang="en-US" dirty="0" err="1"/>
              <a:t>Alibaba.com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CB1EB-34B5-8A49-921A-18A2901E68ED}"/>
              </a:ext>
            </a:extLst>
          </p:cNvPr>
          <p:cNvSpPr txBox="1"/>
          <p:nvPr/>
        </p:nvSpPr>
        <p:spPr>
          <a:xfrm>
            <a:off x="7792059" y="5813014"/>
            <a:ext cx="3180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Image : From </a:t>
            </a:r>
            <a:r>
              <a:rPr lang="en-US" b="1" dirty="0"/>
              <a:t> </a:t>
            </a:r>
            <a:r>
              <a:rPr lang="en-US" dirty="0" err="1"/>
              <a:t>hepsiburada.com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5B420-7C41-E74C-889A-F8E8C35DBE14}"/>
              </a:ext>
            </a:extLst>
          </p:cNvPr>
          <p:cNvSpPr txBox="1"/>
          <p:nvPr/>
        </p:nvSpPr>
        <p:spPr>
          <a:xfrm>
            <a:off x="1258083" y="661448"/>
            <a:ext cx="32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 card module with an SD card.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2CAF4-0572-594C-ADE3-776C1A0B8442}"/>
              </a:ext>
            </a:extLst>
          </p:cNvPr>
          <p:cNvSpPr txBox="1"/>
          <p:nvPr/>
        </p:nvSpPr>
        <p:spPr>
          <a:xfrm>
            <a:off x="7592413" y="784640"/>
            <a:ext cx="42147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Rotary Encoder</a:t>
            </a:r>
            <a:br>
              <a:rPr lang="en-US" dirty="0"/>
            </a:br>
            <a:r>
              <a:rPr lang="en-US" dirty="0"/>
              <a:t>So we can tell Spark when to switch modes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20E39D-9111-E741-8C3B-A15E3392AEEB}"/>
              </a:ext>
            </a:extLst>
          </p:cNvPr>
          <p:cNvSpPr txBox="1"/>
          <p:nvPr/>
        </p:nvSpPr>
        <p:spPr>
          <a:xfrm>
            <a:off x="1258083" y="1183962"/>
            <a:ext cx="3664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Spark remembers what we sniffed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02BBCC-ABDA-8B45-A1D1-434E8DD8A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03" y="1563320"/>
            <a:ext cx="3616383" cy="3148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BCC920-FDEC-974F-BEA3-2B7B29B4D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567" y="1668723"/>
            <a:ext cx="3879628" cy="387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14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85B420-7C41-E74C-889A-F8E8C35DBE14}"/>
              </a:ext>
            </a:extLst>
          </p:cNvPr>
          <p:cNvSpPr txBox="1"/>
          <p:nvPr/>
        </p:nvSpPr>
        <p:spPr>
          <a:xfrm>
            <a:off x="539626" y="570008"/>
            <a:ext cx="7251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My Spark was made with two modes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8CDBE-7855-9640-BE10-A601BB74AEA8}"/>
              </a:ext>
            </a:extLst>
          </p:cNvPr>
          <p:cNvSpPr txBox="1"/>
          <p:nvPr/>
        </p:nvSpPr>
        <p:spPr>
          <a:xfrm>
            <a:off x="914401" y="2019985"/>
            <a:ext cx="41236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COLLECTION MODE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01DCA-7A65-5A46-959F-79F9623F802E}"/>
              </a:ext>
            </a:extLst>
          </p:cNvPr>
          <p:cNvSpPr txBox="1"/>
          <p:nvPr/>
        </p:nvSpPr>
        <p:spPr>
          <a:xfrm>
            <a:off x="7280060" y="2019985"/>
            <a:ext cx="41236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WEBSERVER MODE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E48DC0-AA69-2F4E-8E83-A6BFD77FE66A}"/>
              </a:ext>
            </a:extLst>
          </p:cNvPr>
          <p:cNvSpPr txBox="1"/>
          <p:nvPr/>
        </p:nvSpPr>
        <p:spPr>
          <a:xfrm>
            <a:off x="7280060" y="3718156"/>
            <a:ext cx="4123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Hosts a webserver to allow download of collected data by him.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2D2305-5ECF-0E45-8DD8-AB55E1679216}"/>
              </a:ext>
            </a:extLst>
          </p:cNvPr>
          <p:cNvSpPr txBox="1"/>
          <p:nvPr/>
        </p:nvSpPr>
        <p:spPr>
          <a:xfrm>
            <a:off x="787820" y="3718156"/>
            <a:ext cx="41236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collect it’s GPS coordinates,</a:t>
            </a:r>
            <a:br>
              <a:rPr lang="en-US" sz="2400" dirty="0"/>
            </a:br>
            <a:r>
              <a:rPr lang="en-US" sz="2400" dirty="0"/>
              <a:t>nearby </a:t>
            </a:r>
            <a:r>
              <a:rPr lang="en-US" sz="2400" dirty="0" err="1"/>
              <a:t>wifi</a:t>
            </a:r>
            <a:r>
              <a:rPr lang="en-US" sz="2400" dirty="0"/>
              <a:t> packets, Bluetooth packets and save it in his storage.</a:t>
            </a:r>
          </a:p>
        </p:txBody>
      </p:sp>
    </p:spTree>
    <p:extLst>
      <p:ext uri="{BB962C8B-B14F-4D97-AF65-F5344CB8AC3E}">
        <p14:creationId xmlns:p14="http://schemas.microsoft.com/office/powerpoint/2010/main" val="202992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E175-01E7-5745-9D8F-9ABEDA73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MODE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A0A020-BEF1-A841-AB86-83A443729ECA}"/>
              </a:ext>
            </a:extLst>
          </p:cNvPr>
          <p:cNvSpPr txBox="1">
            <a:spLocks/>
          </p:cNvSpPr>
          <p:nvPr/>
        </p:nvSpPr>
        <p:spPr>
          <a:xfrm>
            <a:off x="838200" y="2716439"/>
            <a:ext cx="71562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He shows you his most recent sniffs as well as alert you of the number of satellite looking up on him.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9B5333-3FD1-3A4C-8C6F-431CBE16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412" y="-2347135"/>
            <a:ext cx="4200200" cy="1012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63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E175-01E7-5745-9D8F-9ABEDA73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WEBSERVER MODE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BC9E23-1E3F-E940-973A-91DFA7563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4469" y="-1643400"/>
            <a:ext cx="4197531" cy="941403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6A0A020-BEF1-A841-AB86-83A443729ECA}"/>
              </a:ext>
            </a:extLst>
          </p:cNvPr>
          <p:cNvSpPr txBox="1">
            <a:spLocks/>
          </p:cNvSpPr>
          <p:nvPr/>
        </p:nvSpPr>
        <p:spPr>
          <a:xfrm>
            <a:off x="838200" y="2716439"/>
            <a:ext cx="71562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He shows you a way to connect and also which IP to go to access his sniffs.</a:t>
            </a:r>
          </a:p>
        </p:txBody>
      </p:sp>
    </p:spTree>
    <p:extLst>
      <p:ext uri="{BB962C8B-B14F-4D97-AF65-F5344CB8AC3E}">
        <p14:creationId xmlns:p14="http://schemas.microsoft.com/office/powerpoint/2010/main" val="427355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70EF46-4EC4-4049-B6BC-B82CB8285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378" y="247558"/>
            <a:ext cx="3237411" cy="64583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8A8396-A4FD-7C4F-97CB-E3661FA5D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418" y="247558"/>
            <a:ext cx="8125097" cy="626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70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1F0E-DF4E-354B-BD64-3C1EE010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see Sparky’s Demo in action Go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28BAB-02A7-AC46-89CA-4819B60DB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Lagarau.com</a:t>
            </a:r>
            <a:r>
              <a:rPr lang="en-US" dirty="0"/>
              <a:t>/portal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Code </a:t>
            </a:r>
            <a:r>
              <a:rPr lang="en-US"/>
              <a:t>: sparky 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A9936-ACBF-714B-A6E6-4A801D58F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3126484"/>
            <a:ext cx="80899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31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C9CB0E-CF06-B84E-BFF0-6992313F3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773" y="97997"/>
            <a:ext cx="11318431" cy="6300253"/>
          </a:xfrm>
        </p:spPr>
      </p:pic>
    </p:spTree>
    <p:extLst>
      <p:ext uri="{BB962C8B-B14F-4D97-AF65-F5344CB8AC3E}">
        <p14:creationId xmlns:p14="http://schemas.microsoft.com/office/powerpoint/2010/main" val="2770065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1B85-8FED-F74A-80B2-BFB53773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why did I actually build Spark?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C4894-1B28-CB4C-9043-533A16571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was called about 4 days before the hackathon saying this is your last semester.</a:t>
            </a:r>
          </a:p>
          <a:p>
            <a:endParaRPr lang="en-US" dirty="0"/>
          </a:p>
          <a:p>
            <a:r>
              <a:rPr lang="en-US" dirty="0"/>
              <a:t>And I usually work as one.</a:t>
            </a:r>
          </a:p>
          <a:p>
            <a:endParaRPr lang="en-US" dirty="0"/>
          </a:p>
          <a:p>
            <a:r>
              <a:rPr lang="en-US" dirty="0"/>
              <a:t>So with the skills I have now I decided to tackle the biggest crisis faced in Nepal.</a:t>
            </a:r>
          </a:p>
        </p:txBody>
      </p:sp>
    </p:spTree>
    <p:extLst>
      <p:ext uri="{BB962C8B-B14F-4D97-AF65-F5344CB8AC3E}">
        <p14:creationId xmlns:p14="http://schemas.microsoft.com/office/powerpoint/2010/main" val="1090919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1B85-8FED-F74A-80B2-BFB53773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Spark was meant to be a low cost people 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C4894-1B28-CB4C-9043-533A16571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But with the limitation of </a:t>
            </a:r>
            <a:r>
              <a:rPr lang="en-US" dirty="0" err="1"/>
              <a:t>Wifi</a:t>
            </a:r>
            <a:r>
              <a:rPr lang="en-US" dirty="0"/>
              <a:t> and Bluetooth.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 diverted the methodology to finding the most amount of people as well as where they could have ended up at.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Narrowing down on search time and cost.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798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1B85-8FED-F74A-80B2-BFB53773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SPARK can envisioned to be strapped down to drones who are already great at reconnaissance.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C4894-1B28-CB4C-9043-533A16571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573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But with the benefit of providing even more workable data and data that can be used for decision making of the highest priority. Heatmaps of lone digital signatures or clusters. 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Again we’re basing this all on our first assumption.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41504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1B85-8FED-F74A-80B2-BFB53773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 do not claim Spark to be a one all solution.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C4894-1B28-CB4C-9043-533A16571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He is a reliable source of knowing digital presence around him and that knowledge is to be used as best to one’s ability.</a:t>
            </a:r>
          </a:p>
        </p:txBody>
      </p:sp>
    </p:spTree>
    <p:extLst>
      <p:ext uri="{BB962C8B-B14F-4D97-AF65-F5344CB8AC3E}">
        <p14:creationId xmlns:p14="http://schemas.microsoft.com/office/powerpoint/2010/main" val="1218432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1B85-8FED-F74A-80B2-BFB53773F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520" y="1854291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b="1" dirty="0"/>
              <a:t>Any Questions?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DA443-B31E-B44B-9AF5-492689EA0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29955" y="-3213464"/>
            <a:ext cx="11352448" cy="1552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41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536</Words>
  <Application>Microsoft Macintosh PowerPoint</Application>
  <PresentationFormat>Widescreen</PresentationFormat>
  <Paragraphs>62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Dubai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COLLECTION MODE</vt:lpstr>
      <vt:lpstr>WEBSERVER MODE</vt:lpstr>
      <vt:lpstr>PowerPoint Presentation</vt:lpstr>
      <vt:lpstr>To see Sparky’s Demo in action Go to</vt:lpstr>
      <vt:lpstr>PowerPoint Presentation</vt:lpstr>
      <vt:lpstr>But why did I actually build Spark? </vt:lpstr>
      <vt:lpstr>Spark was meant to be a low cost people finder</vt:lpstr>
      <vt:lpstr>SPARK can envisioned to be strapped down to drones who are already great at reconnaissance. </vt:lpstr>
      <vt:lpstr>I do not claim Spark to be a one all solution.</vt:lpstr>
      <vt:lpstr>Any 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Summon</dc:creator>
  <cp:lastModifiedBy>Summon</cp:lastModifiedBy>
  <cp:revision>17</cp:revision>
  <dcterms:created xsi:type="dcterms:W3CDTF">2026-09-06T16:14:23Z</dcterms:created>
  <dcterms:modified xsi:type="dcterms:W3CDTF">2026-09-06T20:11:38Z</dcterms:modified>
</cp:coreProperties>
</file>